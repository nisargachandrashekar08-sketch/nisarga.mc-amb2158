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tx68h/lDoTt1zUhIxwn7ZuryY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147956"/>
            <a:ext cx="9505950" cy="315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89560" y="1359813"/>
            <a:ext cx="11612880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pandas as pd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 = {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'Farm_ID': ['F001', 'F002', 'F003', 'F004', 'F005', 'F006', 'F007'],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'Crop': ['Wheat', 'Rice', 'Corn', 'Wheat', 'Rice', 'Corn', 'Wheat'],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'Yield_tons': [180, 228, 416, 164, 245, 390, 195],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'Rainfall_mm': [450, 820, 680, 420, 850, 710, 480],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'Fertilizer_kg': [120, 150, 200, 110, 160, 195, 125],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'Soil_pH': [6.5, 5.8, 6.2, 6.7, 5.9, 6.1, 6.4]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342900" y="976551"/>
            <a:ext cx="11692890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df = pd.DataFrame(data)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df['Yield_per_ha'] = (df['Yield_tons'] / 50).round(1)  # Assume 50 ha each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print('Original Dataset:')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print(df)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Filter 1: High yield farms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print('\n=== HIGH YIELD FARMS (&gt;200 tons) ===')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high_yield = df[df['Yield_tons'] &gt; 200]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print(high_yield)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228600" y="733217"/>
            <a:ext cx="11830049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Filter 2: Multiple conditions (Rice with high rainfall)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print('\n=== RICE WITH HIGH RAINFALL (&gt;800mm) ===')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rice_high_rain = df[(df['Crop'] == 'Rice') &amp; (df['Rainfall_mm'] &gt; 800)]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print(rice_high_rain)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Filter 3: Using isin for specific crops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print('\n=== GRAIN CROPS (Wheat &amp; Rice) ===')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grain_crops = df[df['Crop'].isin(['Wheat', 'Rice'])]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print(grain_crops[['Farm_ID', 'Crop', 'Yield_tons']])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Filter 4: Range filtering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print('\n=== OPTIMAL SOIL pH (6.0 to 6.5) ===')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optimal_ph = df[df['Soil_pH'].between(6.0, 6.5)]</a:t>
            </a:r>
            <a:b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print(optimal_ph[['Farm_ID', 'Soil_pH', 'Yield_tons']])</a:t>
            </a:r>
            <a:b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102870" y="862251"/>
            <a:ext cx="11772900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Filter 5: Query method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print('\n=== COMPLEX QUERY: Good conditions ===')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min_rainfall = 600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good_conditions = df.query('Rainfall_mm &gt; @min_rainfall and Fertilizer_kg &gt; 150')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print(good_conditions[['Farm_ID', 'Crop', 'Rainfall_mm', 'Fertilizer_kg']])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Position-based selection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print('\n=== FIRST 3 FARMS (iloc) ===')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print(df.iloc[0:3])</a:t>
            </a:r>
            <a:br>
              <a:rPr lang="en-US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/>
        </p:nvSpPr>
        <p:spPr>
          <a:xfrm>
            <a:off x="-102870" y="1317941"/>
            <a:ext cx="11681460" cy="3182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onsolas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Label-based selection</a:t>
            </a:r>
            <a:b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print('\n=== SPECIFIC COLUMNS (loc) ===')</a:t>
            </a:r>
            <a:b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print(df.loc[:, ['Farm_ID', 'Crop', 'Yield_per_ha']])</a:t>
            </a:r>
            <a:b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# Combined filtering and selection</a:t>
            </a:r>
            <a:b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print('\n=== TOP PERFORMERS - SELECTED COLUMNS ===')</a:t>
            </a:r>
            <a:b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top = df[df['Yield_per_ha'] &gt; 4.5][['Farm_ID', 'Crop', 'Yield_per_ha']]</a:t>
            </a:r>
            <a:b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print(top)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2026-02-18T04:20:06Z</dcterms:created>
  <dc:creator>PRABHURAJ METIPATIL</dc:creator>
</cp:coreProperties>
</file>